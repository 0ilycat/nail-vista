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C0395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FF6B8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💅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NailVista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驱动的美甲虚拟试戴与智能运营平台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7512"/>
          </a:xfrm>
          <a:prstGeom prst="rect">
            <a:avLst/>
          </a:prstGeom>
          <a:solidFill>
            <a:srgbClr val="C03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572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智能体创新应用大赛  ·  中山大学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背景与痛点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用户痛点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在线浏览美甲款式无法预知实际效果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决策周期长，到店后效果不符合预期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试错成本高，缺乏个性化推荐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运营痛点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6002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缺乏数据驱动的运营决策能力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无法实时跟踪用户偏好与趋势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用户反馈收集困难，迭代缓慢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8046720" cy="9144"/>
          </a:xfrm>
          <a:prstGeom prst="rect">
            <a:avLst/>
          </a:prstGeom>
          <a:solidFill>
            <a:srgbClr val="E8D5D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 AI 全栈平台：虚拟试戴引擎（用户侧）+ 智能运营看板（商家侧）+ OpenClaw 双 Agent 对话系统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F5E0E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5C"/>
                </a:solidFill>
              </a:rPr>
              <a:t>25+</a:t>
            </a:r>
            <a:endParaRPr lang="en-US" sz="2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4E5A"/>
                </a:solidFill>
              </a:rPr>
              <a:t>美甲款式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651760" y="429768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F5E0E8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4297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5C"/>
                </a:solidFill>
              </a:rPr>
              <a:t>3级</a:t>
            </a:r>
            <a:endParaRPr lang="en-US" sz="2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4E5A"/>
                </a:solidFill>
              </a:rPr>
              <a:t>图像生成链路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754880" y="429768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F5E0E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4297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5C"/>
                </a:solidFill>
              </a:rPr>
              <a:t>2个</a:t>
            </a:r>
            <a:endParaRPr lang="en-US" sz="2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4E5A"/>
                </a:solidFill>
              </a:rPr>
              <a:t>AI Agent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858000" y="429768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F5E0E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4297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5C"/>
                </a:solidFill>
              </a:rPr>
              <a:t>9个</a:t>
            </a:r>
            <a:endParaRPr lang="en-US" sz="2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4E5A"/>
                </a:solidFill>
              </a:rPr>
              <a:t>自定义Skill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系统架构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FAFAFA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45720" cy="777240"/>
          </a:xfrm>
          <a:prstGeom prst="rect">
            <a:avLst/>
          </a:prstGeom>
          <a:solidFill>
            <a:srgbClr val="C039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 + TypeScript + Vite 6 + Ant Design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67335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角色选择 | 款式浏览 | AI试戴 | 对话助手 | 运营看板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18745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8B95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FAFAFA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11680"/>
            <a:ext cx="45720" cy="7772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引擎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39572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Gateway + MiMo V2.5 Token Plan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58775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双Agent隔离 | 9个自定义Skill | SSE流式对话 | Session管理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2788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8B95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FAFAFA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26080"/>
            <a:ext cx="45720" cy="777240"/>
          </a:xfrm>
          <a:prstGeom prst="rect">
            <a:avLst/>
          </a:prstGeom>
          <a:solidFill>
            <a:srgbClr val="8B1E3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后端服务层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331012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SQLAlchemy (async) + SQLite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50215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SSE桥接 | 试戴三级链路 | 数据分析 | 定时任务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3703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8B95"/>
                </a:solidFill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FAFAFA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840480"/>
            <a:ext cx="45720" cy="777240"/>
          </a:xfrm>
          <a:prstGeom prst="rect">
            <a:avLst/>
          </a:prstGeom>
          <a:solidFill>
            <a:srgbClr val="FF6B8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图像处理层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422452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阿里百炼 Bailian + MediaPipe + OpenCV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441655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百炼AI生成 → 缓存命中 → 本地降级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8046720" cy="0"/>
          </a:xfrm>
          <a:prstGeom prst="round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虚拟试戴引擎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三级图像链路 · 从上传到效果图只需数秒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AFAFA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百炼缓存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500ms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已生成效果直接返回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B95"/>
                </a:solidFill>
              </a:rPr>
              <a:t>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AFAFA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百炼实时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5-10s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阿里 DashScope 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2697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B95"/>
                </a:solidFill>
              </a:rPr>
              <a:t>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AFAFA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本地降级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508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MediaPipe+OpenCV合成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2697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B95"/>
                </a:solidFill>
              </a:rPr>
              <a:t>🛡</a:t>
            </a:r>
            <a:endParaRPr lang="en-US" sz="1100" dirty="0"/>
          </a:p>
        </p:txBody>
      </p:sp>
      <p:pic>
        <p:nvPicPr>
          <p:cNvPr id="20" name="Image 0" descr="D:\projects\myproject\meituan-hackathon\output\try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00400"/>
            <a:ext cx="3840480" cy="1828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8463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技术细节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846320" y="36118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MediaPipe Hands 21关键点指尖检测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OpenCV 透视变换 + 色彩融合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预置25款效果图 + 13张手图模板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上传 → 选择 → 生成 三步流程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AI Agent 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 Agent 体系 · 自定义 Skill · MiMo Token Plan · 流式对话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AFAFA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45720"/>
          </a:xfrm>
          <a:prstGeom prst="rect">
            <a:avLst/>
          </a:prstGeom>
          <a:solidFill>
            <a:srgbClr val="C0395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小美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时尚顾问 · MiMo V2.5 (多模态)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款式搜索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8163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智能推荐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0723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多模态评价(4维打分)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3284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美甲答疑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温暖亲切 · 60fps Morphing Blob 形象 · 模板快捷提问 · 对流式 Markdown 渲染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AFAFA"/>
          </a:solidFill>
          <a:ln/>
          <a:effectLst>
            <a:outerShdw sx="100000" sy="100000" kx="0" ky="0" algn="bl" rotWithShape="0" blurRad="50800" dist="12700" dir="16200000">
              <a:srgbClr val="000000">
                <a:alpha val="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371600"/>
            <a:ext cx="41148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508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运营助手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983480" y="192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数据分析师 · MiMo V2.5-Pro (1M ctx)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286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560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运营概览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28163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趋势分析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0723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热门排行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33284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报告生成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5844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定时任务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数据驱动 · 自然语言查询 · 日报/周报一键生成 · 快捷操作按钮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配置与流式对话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项目级配置管理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Provider: xiaomi-coding (Token Plan)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Models: MiMo V2.5 / V2.5-Pro / V2-Omni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token-plan-cn.xiaomimimo.com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Chat Completions API: enabled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双Agent独立 workspace + skills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API Key通过环境变量注入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配置可提交Git (Key占位符)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start-openclaw.bat 一键启动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流式对话链路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0" y="150876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645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ChatWidget → fetch SSE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19476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POST /api/chat/user/stream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22494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FastAPI → httpx.stream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25511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POST /v1/chat/completions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28529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model: openclaw/nailvista-xiaomei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OpenClaw → Agent Turn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event: text | tool | thinking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37581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ReactMarkdown 流式渲染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40599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工具调用/思考折叠展示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前端核心页面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角色选择首页</a:t>
            </a:r>
            <a:endParaRPr lang="en-US" sz="1100" dirty="0"/>
          </a:p>
        </p:txBody>
      </p:sp>
      <p:pic>
        <p:nvPicPr>
          <p:cNvPr id="5" name="Image 0" descr="D:\projects\myproject\meituan-hackathon\output\home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280160"/>
            <a:ext cx="402336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10515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款式浏览 / AI试戴入口</a:t>
            </a:r>
            <a:endParaRPr lang="en-US" sz="1100" dirty="0"/>
          </a:p>
        </p:txBody>
      </p:sp>
      <p:pic>
        <p:nvPicPr>
          <p:cNvPr id="7" name="Image 1" descr="D:\projects\myproject\meituan-hackathon\output\styl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280160"/>
            <a:ext cx="4023360" cy="1645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30632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AI虚拟试戴（三列等大）</a:t>
            </a:r>
            <a:endParaRPr lang="en-US" sz="1100" dirty="0"/>
          </a:p>
        </p:txBody>
      </p:sp>
      <p:pic>
        <p:nvPicPr>
          <p:cNvPr id="9" name="Image 2" descr="D:\projects\myproject\meituan-hackathon\output\try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3291840"/>
            <a:ext cx="4023360" cy="1645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09160" y="30632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小美AI对话 + 模板提问</a:t>
            </a:r>
            <a:endParaRPr lang="en-US" sz="1100" dirty="0"/>
          </a:p>
        </p:txBody>
      </p:sp>
      <p:pic>
        <p:nvPicPr>
          <p:cNvPr id="11" name="Image 3" descr="D:\projects\myproject\meituan-hackathon\output\cha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09160" y="3291840"/>
            <a:ext cx="402336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智能运营看板</a:t>
            </a:r>
            <a:endParaRPr lang="en-US" sz="3000" dirty="0"/>
          </a:p>
        </p:txBody>
      </p:sp>
      <p:pic>
        <p:nvPicPr>
          <p:cNvPr id="4" name="Image 0" descr="D:\projects\myproject\meituan-hackathon\output\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97280"/>
            <a:ext cx="50292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功能特性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852160" y="1554480"/>
            <a:ext cx="2926080" cy="640080"/>
          </a:xfrm>
          <a:prstGeom prst="roundRect">
            <a:avLst>
              <a:gd name="adj" fmla="val 8571"/>
            </a:avLst>
          </a:prstGeom>
          <a:solidFill>
            <a:srgbClr val="FAFAFA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89320" y="1572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实时统计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89320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款式总数 · 试戴次数 · 浏览量 · 变化率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852160" y="2331720"/>
            <a:ext cx="2926080" cy="640080"/>
          </a:xfrm>
          <a:prstGeom prst="roundRect">
            <a:avLst>
              <a:gd name="adj" fmla="val 8571"/>
            </a:avLst>
          </a:prstGeom>
          <a:solidFill>
            <a:srgbClr val="FAFAFA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89320" y="23500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趋势分析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8932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Recharts折线图 · 7日走势 · 数据对比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52160" y="3108960"/>
            <a:ext cx="2926080" cy="640080"/>
          </a:xfrm>
          <a:prstGeom prst="roundRect">
            <a:avLst>
              <a:gd name="adj" fmla="val 8571"/>
            </a:avLst>
          </a:prstGeom>
          <a:solidFill>
            <a:srgbClr val="FAFAFA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89320" y="31272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热门排行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89320" y="3429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10款热度排行 · 分类标签 · 变化百分比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52160" y="3886200"/>
            <a:ext cx="2926080" cy="640080"/>
          </a:xfrm>
          <a:prstGeom prst="roundRect">
            <a:avLst>
              <a:gd name="adj" fmla="val 8571"/>
            </a:avLst>
          </a:prstGeom>
          <a:solidFill>
            <a:srgbClr val="FAFAFA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89320" y="39044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AI运营助手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89320" y="4206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自然语言查询 · 日报生成 · 定时任务 · 4个快捷操作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前端设计体系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色彩体系 (oklch)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536192"/>
            <a:ext cx="1371600" cy="502920"/>
          </a:xfrm>
          <a:prstGeom prst="rect">
            <a:avLst>
              <a:gd name="adj" fmla="val 5455"/>
            </a:avLst>
          </a:prstGeom>
          <a:solidFill>
            <a:srgbClr val="C039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214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5915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oklch(52% 0.13 12)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97480" y="146304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2971800" y="1536192"/>
            <a:ext cx="1371600" cy="502920"/>
          </a:xfrm>
          <a:prstGeom prst="rect">
            <a:avLst>
              <a:gd name="adj" fmla="val 5455"/>
            </a:avLst>
          </a:prstGeom>
          <a:solidFill>
            <a:srgbClr val="8B1E3F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21214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8920" y="235915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oklch(40% 0.15 350)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536192"/>
            <a:ext cx="1371600" cy="502920"/>
          </a:xfrm>
          <a:prstGeom prst="rect">
            <a:avLst>
              <a:gd name="adj" fmla="val 5455"/>
            </a:avLst>
          </a:prstGeom>
          <a:solidFill>
            <a:srgbClr val="FDF8F5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1214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5915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oklch(97% 0.003 30)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95160" y="146304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269480" y="1536192"/>
            <a:ext cx="1371600" cy="502920"/>
          </a:xfrm>
          <a:prstGeom prst="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21214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86600" y="235915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oklch(100% 0 0)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排版与动效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32918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展示字体: Playfair Display (标题/品牌)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正文字体: DM Sans + 系统fallback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字号层级: 6级 · 4pt间距网格 · warm rose暖调配色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动画: fadeSlideIn + gradientBorder + blobMorph 60fps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加载动画: 5条paint-ribbon彩色光带 mix-blend-mode:screen交织融合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路由与接口设计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前端路由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角色选择页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双卡片入口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/user/styles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7190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款式浏览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7190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搜索/分类/排序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751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/user/tryon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19751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AI试戴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19751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3列等宽流程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23113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/user/chat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23113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小美对话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2311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6个模板提问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4871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24871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运营看板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2487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双栏布局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 API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1463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/api/tryon/try-on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AI虚拟试戴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17190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/api/styles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80960" y="17190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款式查询(分页/分类)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197510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/api/analytics/*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0" y="19751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运营数据(概览/趋势/排行)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23113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/api/chat/user/stream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80960" y="223113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小美SSE流式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24871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/api/chat/dashboard/stream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24871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运营助手SSE流式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2743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 /api/chat/tasks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8096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定时任务管理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Skill 设计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Skill 包含: 触发条件 · 操作流程 · 模型选择 · 回复格式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小美 Skills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FAFAF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642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nail-style-search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9019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按分类/颜色/热度查询 DB 中的 25 款美甲  [MiMo V2.5-Pro]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645920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FAFAFA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6642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nail-style-recommend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83480" y="19019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根据场合、肤色、季节智能推荐款式  [MiMo V2.5-Pro]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FAFAF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042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📸 nail-tryon-evaluate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5420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多模态分析试戴效果图，4 维度打分(颜色/匹配/美感/细节)  [MiMo V2.5]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2286000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FAFAFA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3042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💬 nail-trend-chat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5420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美甲潮流趋势、护理知识问答  [MiMo V2.5-Pro]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1089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运营助手 Skills  (all MiMo V2.5-Pro)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429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ops-overview  —  查询运营概览数据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3429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📈 ops-trends  —  分析7日趋势变化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🔥 ops-hot-styles  —  展示热门款式排行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ops-generate-report  —  生成日报/周报/分析报告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4251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⏰ ops-schedule-task  —  配置定时自动报告(cron)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部署与协作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运行环境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前端: Node.js 22 + Vite 6 (端口 4180)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后端: Python 3.12 + Conda (端口 8190)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AI: OpenClaw Gateway v2026.5.12 (端口 18789)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一键启动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175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start-openclaw.bat 启动Gateway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cd backend &amp;&amp; uvicorn ... 启动后端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cd frontend &amp;&amp; npm run dev 启动前端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A0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配置 openclaw/openclaw.json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A0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填入 MiMo Token Plan Key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A08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即可正常对话 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团队协作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项目级OpenClaw配置可提交Git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Key通过环境变量或占位符管理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9个Skill文件跟随代码仓库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Agent SOUL.md人格定义共享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.env.example 供新成员参考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技术总结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FAFAFA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45720" cy="822960"/>
          </a:xfrm>
          <a:prstGeom prst="rect">
            <a:avLst/>
          </a:prstGeom>
          <a:solidFill>
            <a:srgbClr val="C039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 AI 试戴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三级图像生成链路: 百炼AI缓存 → 实时生成 → MediaPipe+OpenCV本地降级。25款预置效果，13张手图模板，三步完成虚拟试戴。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FAFAFA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57400"/>
            <a:ext cx="45720" cy="8229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双 Agent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自托管Agent网关 · MiMo V2.5家族 · 双Agent隔离 · 9个自定义Skill · SSE流式对话 · 项目级配置可团队协作。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FAFAFA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017520"/>
            <a:ext cx="45720" cy="822960"/>
          </a:xfrm>
          <a:prstGeom prst="rect">
            <a:avLst/>
          </a:prstGeom>
          <a:solidFill>
            <a:srgbClr val="8B1E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智能运营分析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3832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实时统计 + 趋势折线图 + 热度排行。AI运营助手支持自然语言查询、报告生成、定时任务配置。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FAFAFA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977640"/>
            <a:ext cx="45720" cy="822960"/>
          </a:xfrm>
          <a:prstGeom prst="rect">
            <a:avLst/>
          </a:prstGeom>
          <a:solidFill>
            <a:srgbClr val="FF6B8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前端设计品质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3434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oklch暖调配色 · Playfair+DM Sans双字体 · 4pt间距网格 · 60fps动效 · 流式Markdown渲染 · 工具调用折叠展示。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C0395C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F6B8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NailVista — AI 让美甲所见即所得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828800" cy="18288"/>
          </a:xfrm>
          <a:prstGeom prst="rect">
            <a:avLst/>
          </a:prstGeom>
          <a:solidFill>
            <a:srgbClr val="C0395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089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4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 + TypeScript + Ant Design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4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SQLAlchemy + SQLite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4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Gateway + MiMo V2.5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4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MediaPipe + OpenCV + 百炼 Bailian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0ilyCat / nail-vista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NailVista - AI美甲试戴与智能运营平台</dc:title>
  <dc:subject>PptxGenJS Presentation</dc:subject>
  <dc:creator>NailVista Team</dc:creator>
  <cp:lastModifiedBy>NailVista Team</cp:lastModifiedBy>
  <cp:revision>1</cp:revision>
  <dcterms:created xsi:type="dcterms:W3CDTF">2026-05-24T11:01:25Z</dcterms:created>
  <dcterms:modified xsi:type="dcterms:W3CDTF">2026-05-24T11:01:25Z</dcterms:modified>
</cp:coreProperties>
</file>